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File Renaming &amp; Postman Collection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latin typeface="Calibri"/>
              </a:defRPr>
            </a:pPr>
            <a:r>
              <a:t>Functionality and Features – Management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Automates renaming of test-case JSON files to a standard naming convention.</a:t>
            </a:r>
          </a:p>
          <a:p>
            <a:pPr>
              <a:defRPr sz="1400">
                <a:latin typeface="Calibri"/>
              </a:defRPr>
            </a:pPr>
            <a:r>
              <a:t>Generates Postman collections for API regression and smoke testing.</a:t>
            </a:r>
          </a:p>
          <a:p>
            <a:pPr>
              <a:defRPr sz="1400">
                <a:latin typeface="Calibri"/>
              </a:defRPr>
            </a:pPr>
            <a:r>
              <a:t>Supports WGS_CSBD, WGS_NYK, GBDF MCR, and GBDF GRS model types.</a:t>
            </a:r>
          </a:p>
          <a:p>
            <a:pPr>
              <a:defRPr sz="1400">
                <a:latin typeface="Calibri"/>
              </a:defRPr>
            </a:pPr>
            <a:r>
              <a:t>Optional RefDB value replacement (HCID, NPI, DOB, etc.) from refdb_values.json.</a:t>
            </a:r>
          </a:p>
          <a:p>
            <a:pPr>
              <a:defRPr sz="1400">
                <a:latin typeface="Calibri"/>
              </a:defRPr>
            </a:pPr>
            <a:r>
              <a:t>Produces Excel timing and processing reports for traceability.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Core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File renaming: Suffix mapping (sur→dis), header/footer updates, CLCL_ID/KEY_CHK_DCN_NBR where applicable.</a:t>
            </a:r>
          </a:p>
          <a:p>
            <a:pPr>
              <a:defRPr sz="1400">
                <a:latin typeface="Calibri"/>
              </a:defRPr>
            </a:pPr>
            <a:r>
              <a:t>Postman generation: Collections per model and test type (regression/smoke), configurable via .env.</a:t>
            </a:r>
          </a:p>
          <a:p>
            <a:pPr>
              <a:defRPr sz="1400">
                <a:latin typeface="Calibri"/>
              </a:defRPr>
            </a:pPr>
            <a:r>
              <a:t>RefDB replacement: For selected CSBDTS, NYKTS, and GBDF models when --refdb is used.</a:t>
            </a:r>
          </a:p>
          <a:p>
            <a:pPr>
              <a:defRPr sz="1400">
                <a:latin typeface="Calibri"/>
              </a:defRPr>
            </a:pPr>
            <a:r>
              <a:t>Reporting: Timing and status in Excel; can be turned on/off (ENABLE_REPORT_GENERATION).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Single CLI: main_processor.py with --wgs_csbd, --wgs_nyk, --gbdf_mcr, --gbdf_grs.</a:t>
            </a:r>
          </a:p>
          <a:p>
            <a:pPr>
              <a:defRPr sz="1400">
                <a:latin typeface="Calibri"/>
              </a:defRPr>
            </a:pPr>
            <a:r>
              <a:t>Model selection: --CSBDTSXX, --NYKTSXX, --GBDTSXX; --all for batch; --list to list models.</a:t>
            </a:r>
          </a:p>
          <a:p>
            <a:pPr>
              <a:defRPr sz="1400">
                <a:latin typeface="Calibri"/>
              </a:defRPr>
            </a:pPr>
            <a:r>
              <a:t>Configuration: .env for reports and Postman; refdb_values.json for replacement values.</a:t>
            </a:r>
          </a:p>
          <a:p>
            <a:pPr>
              <a:defRPr sz="1400">
                <a:latin typeface="Calibri"/>
              </a:defRPr>
            </a:pPr>
            <a:r>
              <a:t>Dynamic discovery: Detects source folders and model parameters from directory structure.</a:t>
            </a:r>
          </a:p>
          <a:p>
            <a:pPr>
              <a:defRPr sz="1400">
                <a:latin typeface="Calibri"/>
              </a:defRPr>
            </a:pPr>
            <a:r>
              <a:t>Outputs: renaming_jsons/, postman_collections/, reports/ (when enabled).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Benefits for the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Reduces manual work and errors in test data preparation.</a:t>
            </a:r>
          </a:p>
          <a:p>
            <a:pPr>
              <a:defRPr sz="1400">
                <a:latin typeface="Calibri"/>
              </a:defRPr>
            </a:pPr>
            <a:r>
              <a:t>Consistent naming and structure across teams and environments.</a:t>
            </a:r>
          </a:p>
          <a:p>
            <a:pPr>
              <a:defRPr sz="1400">
                <a:latin typeface="Calibri"/>
              </a:defRPr>
            </a:pPr>
            <a:r>
              <a:t>Faster API test setup with ready-made Postman collections.</a:t>
            </a:r>
          </a:p>
          <a:p>
            <a:pPr>
              <a:defRPr sz="1400">
                <a:latin typeface="Calibri"/>
              </a:defRPr>
            </a:pPr>
            <a:r>
              <a:t>Configurable and extensible for new models and environments.</a:t>
            </a:r>
          </a:p>
          <a:p>
            <a:pPr>
              <a:defRPr sz="1400">
                <a:latin typeface="Calibri"/>
              </a:defRPr>
            </a:pPr>
            <a:r>
              <a:t>Suitable for presentation and submission to higher-level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